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3" r:id="rId20"/>
    <p:sldId id="284" r:id="rId21"/>
    <p:sldId id="274" r:id="rId22"/>
    <p:sldId id="275" r:id="rId23"/>
    <p:sldId id="276" r:id="rId24"/>
    <p:sldId id="277" r:id="rId25"/>
    <p:sldId id="278" r:id="rId26"/>
    <p:sldId id="285" r:id="rId27"/>
    <p:sldId id="296" r:id="rId38"/>
    <p:sldId id="297" r:id="rId39"/>
    <p:sldId id="298" r:id="rId40"/>
    <p:sldId id="288" r:id="rId28"/>
    <p:sldId id="289" r:id="rId29"/>
    <p:sldId id="295" r:id="rId30"/>
    <p:sldId id="290" r:id="rId31"/>
    <p:sldId id="291" r:id="rId32"/>
    <p:sldId id="292" r:id="rId33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3" d="100"/>
          <a:sy n="123" d="100"/>
        </p:scale>
        <p:origin x="125" y="4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lab.research.google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8229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49299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4B4B4"/>
                </a:solidFill>
                <a:latin typeface="Arial"/>
              </a:defRPr>
            </a:pPr>
            <a:r>
              <a:rPr sz="3600" dirty="0"/>
              <a:t>MGMT 675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4257"/>
            <a:ext cx="12801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FFFFFF"/>
                </a:solidFill>
                <a:latin typeface="Arial"/>
              </a:defRPr>
            </a:pPr>
            <a:r>
              <a:rPr lang="en-US" dirty="0"/>
              <a:t>Generative AI for Finance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04672" y="5943600"/>
            <a:ext cx="269016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D2691E"/>
                </a:solidFill>
                <a:latin typeface="Arial"/>
              </a:defRPr>
            </a:pPr>
            <a:r>
              <a:rPr lang="en-US" dirty="0"/>
              <a:t>Google </a:t>
            </a:r>
            <a:r>
              <a:rPr lang="en-US" dirty="0" err="1"/>
              <a:t>Colab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914400" y="6812280"/>
            <a:ext cx="2492990" cy="4572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4076799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36376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is Google Colab?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453" y="2173410"/>
            <a:ext cx="12801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A free tool from Google for running code in your browser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No software installation required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Works on any computer with internet access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All your work saves automatically to Google Drive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890" y="2245566"/>
            <a:ext cx="45719" cy="30593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Why Use Colab?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Free: No cost to use (with optional paid upgrades)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No Setup: Start coding immediately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Cloud-Based: Access from anywhere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Powerful: Free access to GPUs for machine learning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Collaborative: Share notebooks like Google Docs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Just two things: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1. A Google account (Gmail works)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2. A web browser (Chrome recommended)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That's it!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Accessing Colab: From Google Drive</a:t>
            </a:r>
          </a:p>
        </p:txBody>
      </p:sp>
      <p:pic>
        <p:nvPicPr>
          <p:cNvPr id="4" name="Picture 3" descr="colab-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44724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Click New → More → Google Colaboratory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Accessing Colab: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Go directly to: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hlinkClick r:id="rId2"/>
              </a:rPr>
              <a:t>colab.research.google.com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The Open Notebook Dialog</a:t>
            </a:r>
          </a:p>
        </p:txBody>
      </p:sp>
      <p:pic>
        <p:nvPicPr>
          <p:cNvPr id="4" name="Picture 3" descr="co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66852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Opening Notebooks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Examples: Google's tutorial notebooks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Recent: Your recently opened notebooks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Google Drive: Notebooks saved in your Drive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GitHub: Open notebooks from GitHub repos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Upload: Upload a .</a:t>
            </a:r>
            <a:r>
              <a:rPr dirty="0" err="1"/>
              <a:t>ipynb</a:t>
            </a:r>
            <a:r>
              <a:rPr dirty="0"/>
              <a:t> file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Click + New notebook to start fresh</a:t>
            </a:r>
          </a:p>
        </p:txBody>
      </p:sp>
      <p:sp>
        <p:nvSpPr>
          <p:cNvPr id="5" name="Rectangle 4"/>
          <p:cNvSpPr/>
          <p:nvPr/>
        </p:nvSpPr>
        <p:spPr>
          <a:xfrm flipH="1">
            <a:off x="702906" y="2090056"/>
            <a:ext cx="74334" cy="3122645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The Colab Interface</a:t>
            </a:r>
          </a:p>
        </p:txBody>
      </p:sp>
      <p:pic>
        <p:nvPicPr>
          <p:cNvPr id="4" name="Picture 3" descr="co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65674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Interface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+ Code: Add a new code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+ Text: Add a text/markdown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Connect: Connect to Google's servers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+ Gemini: Open AI assistant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Files (folder icon): View and upload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is a Cell?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A cell is a box where you write code or text.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Two types: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Code cells: Run Python code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Text cells: Write notes and explanations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You can have as many cells as you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Your First Code: Simple Math</a:t>
            </a:r>
          </a:p>
        </p:txBody>
      </p:sp>
      <p:pic>
        <p:nvPicPr>
          <p:cNvPr id="4" name="Picture 3" descr="code-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522998"/>
            <a:ext cx="10972800" cy="1966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Type 5*3 and press Shift + Enter → Result: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Your First Code: Hello World</a:t>
            </a:r>
          </a:p>
        </p:txBody>
      </p:sp>
      <p:pic>
        <p:nvPicPr>
          <p:cNvPr id="4" name="Picture 3" descr="code-executi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99184"/>
            <a:ext cx="10972800" cy="14042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Type print('hello world') and press Shift + Enter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Running Code: Three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1. Click the play button (▶) on the left of the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2. Press Shift + Enter (runs and moves to next cell)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3. Press Ctrl + Enter (runs and stays in cell)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Tip: Shift + Enter is the most common method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551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Understanding the Play Button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6996" y="2086325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Before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Circle with play icon (▶) - Cell is ready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While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Spinning circle - Code is executing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After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Checkmark (✓) - Output appears below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6040"/>
            <a:ext cx="73152" cy="3601617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67004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Cell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6094" y="2032829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Notice the [1] or [2] next to cells?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Shows the order cells were run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Empty [ ] means not yet run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[*] means currently running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Important: Run cells in order from top to bottom!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21158"/>
            <a:ext cx="73152" cy="3110205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2833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Adding New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9437" y="2216953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From the toolbar: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+ Code for a code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+ Text for a text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Using keyboard: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Ctrl + M, B → Add cell below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Ctrl + M, A → Add cell above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093"/>
            <a:ext cx="73152" cy="30542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9053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Deleting and Moving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40069" y="215475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To delete a cell: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the trash icon in the cell toolbar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Or: Ctrl + M, D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To move a cell: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the up/down arrows in the cell toolbar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Or drag and drop the cell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2251788"/>
            <a:ext cx="45719" cy="3153747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Meet Gemini: Your AI Assistant</a:t>
            </a:r>
          </a:p>
        </p:txBody>
      </p:sp>
      <p:pic>
        <p:nvPicPr>
          <p:cNvPr id="4" name="Picture 3" descr="colab-ge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5518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Gemini is built into Colab to help you write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Using Gemini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Suggested prompts appear automatically: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'How can I install Python libraries?'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'Load data from Google Drive'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'Show an example of training a model'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Or type your own question: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'Create a bar chart of sales by month'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The Files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7862" y="2282268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Click the folder icon on the left sidebar to: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See files in your notebook's environment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Upload files from your computer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Download files you've created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Mount Google Drive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57535"/>
            <a:ext cx="73152" cy="2693436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Uploading Files</a:t>
            </a:r>
          </a:p>
        </p:txBody>
      </p:sp>
      <p:pic>
        <p:nvPicPr>
          <p:cNvPr id="4" name="Picture 3" descr="colab-up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Click the upload icon and select your file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Important: Temporary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90651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⚠️ Warning: Files uploaded directly to </a:t>
            </a:r>
            <a:r>
              <a:rPr dirty="0" err="1"/>
              <a:t>Colab</a:t>
            </a:r>
            <a:r>
              <a:rPr dirty="0"/>
              <a:t> are temporary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They disappear when your session ends (~12 hours idle)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Solution: Use Google Drive for permanent storage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Connecting to Google Drive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34667"/>
            <a:ext cx="12801600" cy="3765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Add this code to your notebook: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from </a:t>
            </a:r>
            <a:r>
              <a:rPr dirty="0" err="1"/>
              <a:t>google.colab</a:t>
            </a:r>
            <a:r>
              <a:rPr dirty="0"/>
              <a:t> import drive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 err="1"/>
              <a:t>drive.mount</a:t>
            </a:r>
            <a:r>
              <a:rPr dirty="0"/>
              <a:t>('/content/drive')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Run the cell and follow the prompts to authorize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Or ask Gemini how to mount your Google drive.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Accessing Drive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53802"/>
            <a:ext cx="12801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After mounting, your files are at: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'/content/drive/</a:t>
            </a:r>
            <a:r>
              <a:rPr dirty="0" err="1"/>
              <a:t>MyDrive</a:t>
            </a:r>
            <a:r>
              <a:rPr dirty="0"/>
              <a:t>/'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Example - read a CSV file: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import pandas as pd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 err="1"/>
              <a:t>df</a:t>
            </a:r>
            <a:r>
              <a:rPr dirty="0"/>
              <a:t> = </a:t>
            </a:r>
            <a:r>
              <a:rPr dirty="0" err="1"/>
              <a:t>pd.read_csv</a:t>
            </a:r>
            <a:r>
              <a:rPr dirty="0"/>
              <a:t>('/content/drive/</a:t>
            </a:r>
            <a:r>
              <a:rPr dirty="0" err="1"/>
              <a:t>MyDrive</a:t>
            </a:r>
            <a:r>
              <a:rPr dirty="0"/>
              <a:t>/data/myfile.csv')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Gemini Can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Generate code from plain English descriptions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Explain what existing code does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Fix errors in your code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Suggest improvements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Answer Python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pic>
        <p:nvPicPr>
          <p:cNvPr id="3" name="Picture 2" descr="Screenshot (14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pic>
        <p:nvPicPr>
          <p:cNvPr id="3" name="Picture 2" descr="Screenshot (15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pic>
        <p:nvPicPr>
          <p:cNvPr id="3" name="Picture 2" descr="Screenshot (16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Runtime: What Powers Your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When you click Connect, Colab gives you a virtual computer: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CPU (standard processing)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RAM (memory)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Disk space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And optionally: GPU or TPU for 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Changing Runtime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Go to Runtime → Change runtime type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Options: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None (CPU only) - Default, good for most tasks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T4 GPU - For machine learning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TPU - For large-scale training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Note: Free tier has usage limits on GPU/TPU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Restarting the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If your code isn't working as expected: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Runtime → Restart runtime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This clears all variables and starts fresh.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Note: You'll need to re-run your cells after restarting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Session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Free Colab limitations: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Sessions disconnect after ~90 minutes idle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Maximum ~12 hours continuous use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• Limited GPU/TPU hours per week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Tip: Save your work frequently!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73152" cy="54864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Saving Your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2979" y="2198292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Automatic: </a:t>
            </a:r>
            <a:r>
              <a:rPr dirty="0" err="1"/>
              <a:t>Colab</a:t>
            </a:r>
            <a:r>
              <a:rPr dirty="0"/>
              <a:t> saves to Google Drive automatically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Manual save: Ctrl + S or File → Save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Download options (File menu):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Download as .</a:t>
            </a:r>
            <a:r>
              <a:rPr dirty="0" err="1"/>
              <a:t>ipynb</a:t>
            </a:r>
            <a:r>
              <a:rPr dirty="0"/>
              <a:t> (</a:t>
            </a:r>
            <a:r>
              <a:rPr dirty="0" err="1"/>
              <a:t>Jupyter</a:t>
            </a:r>
            <a:r>
              <a:rPr dirty="0"/>
              <a:t> notebook)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Download as .</a:t>
            </a:r>
            <a:r>
              <a:rPr dirty="0" err="1"/>
              <a:t>py</a:t>
            </a:r>
            <a:r>
              <a:rPr dirty="0"/>
              <a:t> (Python script)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89110"/>
            <a:ext cx="73152" cy="30542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Where Are My Notebooks?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2743" y="2294709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Your notebooks are saved in Google Drive: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My Drive/</a:t>
            </a:r>
            <a:r>
              <a:rPr dirty="0" err="1"/>
              <a:t>Colab</a:t>
            </a:r>
            <a:r>
              <a:rPr dirty="0"/>
              <a:t> Notebooks/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You can also: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Save a copy to GitHub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Save a copy in Drive with a new name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Download to your computer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88637"/>
            <a:ext cx="73152" cy="3103984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1079</Words>
  <Application>Microsoft Office PowerPoint</Application>
  <PresentationFormat>Custom</PresentationFormat>
  <Paragraphs>196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Kerry Back</cp:lastModifiedBy>
  <cp:revision>4</cp:revision>
  <dcterms:created xsi:type="dcterms:W3CDTF">2013-01-27T09:14:16Z</dcterms:created>
  <dcterms:modified xsi:type="dcterms:W3CDTF">2026-02-01T00:59:46Z</dcterms:modified>
  <cp:category/>
</cp:coreProperties>
</file>